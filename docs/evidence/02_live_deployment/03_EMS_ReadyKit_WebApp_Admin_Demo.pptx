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9" r:id="rId4"/>
    <p:sldId id="268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1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5" autoAdjust="0"/>
    <p:restoredTop sz="73820" autoAdjust="0"/>
  </p:normalViewPr>
  <p:slideViewPr>
    <p:cSldViewPr snapToGrid="0" showGuides="1">
      <p:cViewPr varScale="1">
        <p:scale>
          <a:sx n="86" d="100"/>
          <a:sy n="86" d="100"/>
        </p:scale>
        <p:origin x="30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4D03-7168-D31C-830C-6CB26432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C192E-FBC0-36C9-2BDE-92D844333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B4721-054D-B727-E2C7-45F327BC0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Administration is meant to be a supportive role and help bring in new stations or pre-load data for users.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19E73-1323-D188-B68C-5603C3A35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131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30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8C9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· STOCKED · ACCOUNTABLE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07308" cy="274320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07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ENGINEERING PORTFOLIO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EMS </a:t>
            </a:r>
            <a:r>
              <a:rPr lang="en-US" sz="6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ReadyKit</a:t>
            </a: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Demos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Shift-ready ambulances, verified before every call.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3611880"/>
            <a:ext cx="1005840" cy="32004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2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demonstration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D81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EMS ReadyKit?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91440" cy="1508760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EMS ReadyKit gives crews and supervisors a structured, accountable way to verify that every ambulance is stocked, nothing is expired, and critical equipment is ready — before every shift goes out the door.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1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6941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easy and available inventory updates on demand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6432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1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36941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56432" y="40050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dashboards – know your status immediately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3246120"/>
            <a:ext cx="2560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glow rad="101600">
              <a:srgbClr val="D81E2C">
                <a:alpha val="60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9632" y="3364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81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36941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32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99632" y="40050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access with easy station setup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73152" cy="73152"/>
          </a:xfrm>
          <a:prstGeom prst="ellipse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" y="4736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ReadyKit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38160" y="4736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2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14B34-E3FA-A538-AC49-232811E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AEB160-3D26-5220-0870-590E1653964D}"/>
              </a:ext>
            </a:extLst>
          </p:cNvPr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D81E2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7FD42A-FED6-7A54-B978-2C4E00DCD728}"/>
              </a:ext>
            </a:extLst>
          </p:cNvPr>
          <p:cNvSpPr/>
          <p:nvPr/>
        </p:nvSpPr>
        <p:spPr>
          <a:xfrm>
            <a:off x="548640" y="74980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3262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Tasks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F64DED-56A8-E0E5-E8B1-7EF16514AF65}"/>
              </a:ext>
            </a:extLst>
          </p:cNvPr>
          <p:cNvSpPr/>
          <p:nvPr/>
        </p:nvSpPr>
        <p:spPr>
          <a:xfrm>
            <a:off x="548640" y="1691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55E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set up stations, seed vehicles and items.  They can also step in and help supervisors when requested.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7FEA18-BD44-E252-9E0B-B52B1A618851}"/>
              </a:ext>
            </a:extLst>
          </p:cNvPr>
          <p:cNvSpPr/>
          <p:nvPr/>
        </p:nvSpPr>
        <p:spPr>
          <a:xfrm>
            <a:off x="548640" y="2468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–"/>
              <a:tabLst/>
              <a:defRPr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Administration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–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2326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 History hard delete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0842E23-3EB6-EB26-5610-C9381E6E8101}"/>
              </a:ext>
            </a:extLst>
          </p:cNvPr>
          <p:cNvSpPr/>
          <p:nvPr/>
        </p:nvSpPr>
        <p:spPr>
          <a:xfrm>
            <a:off x="548640" y="4855464"/>
            <a:ext cx="73152" cy="73152"/>
          </a:xfrm>
          <a:prstGeom prst="ellipse">
            <a:avLst/>
          </a:prstGeom>
          <a:solidFill>
            <a:srgbClr val="D81E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D0FAEF3-000C-5BFE-37B8-7DEF96CD4F8F}"/>
              </a:ext>
            </a:extLst>
          </p:cNvPr>
          <p:cNvSpPr/>
          <p:nvPr/>
        </p:nvSpPr>
        <p:spPr>
          <a:xfrm>
            <a:off x="676656" y="4736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A929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EMS ReadyKit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45168D-D8C3-FEE7-501E-CD2A1C35B597}"/>
              </a:ext>
            </a:extLst>
          </p:cNvPr>
          <p:cNvSpPr/>
          <p:nvPr/>
        </p:nvSpPr>
        <p:spPr>
          <a:xfrm>
            <a:off x="8138160" y="4736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A929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Screen Recording 6">
            <a:hlinkClick r:id="" action="ppaction://media"/>
            <a:extLst>
              <a:ext uri="{FF2B5EF4-FFF2-40B4-BE49-F238E27FC236}">
                <a16:creationId xmlns:a16="http://schemas.microsoft.com/office/drawing/2014/main" id="{80008297-C84D-8A98-55DE-C4582C2085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341" y="284468"/>
            <a:ext cx="3608419" cy="44521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477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130"/>
    </mc:Choice>
    <mc:Fallback xmlns="">
      <p:transition spd="slow" advTm="61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755648" cy="274320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EMS READYKIT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Crews ready before every call.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accountable readiness check — stocked, in-date, and equipment-tested — built and deployed as a cloud web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3291840"/>
            <a:ext cx="1005840" cy="32004"/>
          </a:xfrm>
          <a:prstGeom prst="rect">
            <a:avLst/>
          </a:prstGeom>
          <a:solidFill>
            <a:srgbClr val="D81E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363016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3904488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jinniyah@gmail.com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64408" y="3612067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8A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3886387"/>
            <a:ext cx="32296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https://github.com/Jinniyah/EMS_ReadyKit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4537</TotalTime>
  <Words>203</Words>
  <Application>Microsoft Office PowerPoint</Application>
  <PresentationFormat>On-screen Show (16:9)</PresentationFormat>
  <Paragraphs>39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Martin</dc:creator>
  <cp:lastModifiedBy>Jennifer Martin</cp:lastModifiedBy>
  <cp:revision>24</cp:revision>
  <dcterms:created xsi:type="dcterms:W3CDTF">2026-06-26T12:09:32Z</dcterms:created>
  <dcterms:modified xsi:type="dcterms:W3CDTF">2026-07-17T19:40:52Z</dcterms:modified>
</cp:coreProperties>
</file>